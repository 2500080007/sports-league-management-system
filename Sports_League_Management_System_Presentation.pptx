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83D"/>
                </a:solidFill>
              </a:defRPr>
            </a:pPr>
            <a:r>
              <a:t>1.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Sports League Management System is a simple web application for managing a sports league.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It brings teams, players, matches, results and standings into one platform.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The home page provides navigation to login, signup and league features.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The system supports separate Admin and User dashboards.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Sports League Management System  | 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90FB39-4626-4DCC-7D3E-0BD677921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83D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Managing league information manually can be difficult and time-consuming.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Team, player, match and result information may be scattered across different records.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Users need an easy way to view league information.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Administrators need a simple way to add and manage league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Sports League Management System  | 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83D"/>
                </a:solidFill>
              </a:defRPr>
            </a:pPr>
            <a:r>
              <a:rPr dirty="0"/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900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rPr dirty="0"/>
              <a:t>• Create a simple and user-friendly sports league website.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rPr dirty="0"/>
              <a:t>• Provide Admin and User access.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rPr dirty="0"/>
              <a:t>• Manage teams and player information.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rPr dirty="0"/>
              <a:t>• Schedule matches and record match results.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rPr dirty="0"/>
              <a:t>• Automatically calculate and display league standings.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rPr dirty="0"/>
              <a:t>• Store application data using browser Local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Sports League Management System  | 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83D"/>
                </a:solidFill>
              </a:defRPr>
            </a:pPr>
            <a:r>
              <a:t>4.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HTML – Used to create the structure of all web pages.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CSS – Used for layouts, backgrounds, cards, tables, forms and responsive design.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JavaScript – Used for login, signup, data handling and dynamic page content.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Local Storage – Used to store users, teams, players, matches and results in the browser.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VS Code – Used for development and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Sports League Management System  | 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83D"/>
                </a:solidFill>
              </a:defRPr>
            </a:pPr>
            <a:r>
              <a:t>5. Main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834640" cy="1143000"/>
          </a:xfrm>
          <a:prstGeom prst="roundRect">
            <a:avLst/>
          </a:prstGeom>
          <a:solidFill>
            <a:srgbClr val="142337"/>
          </a:solidFill>
          <a:ln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C83D"/>
                </a:solidFill>
              </a:defRPr>
            </a:pPr>
            <a:r>
              <a:t>Home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Project introduction and navigation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417320"/>
            <a:ext cx="2834640" cy="1143000"/>
          </a:xfrm>
          <a:prstGeom prst="roundRect">
            <a:avLst/>
          </a:prstGeom>
          <a:solidFill>
            <a:srgbClr val="142337"/>
          </a:solidFill>
          <a:ln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C83D"/>
                </a:solidFill>
              </a:defRPr>
            </a:pPr>
            <a:r>
              <a:t>Authentication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Signup and role-based 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417320"/>
            <a:ext cx="2834640" cy="1143000"/>
          </a:xfrm>
          <a:prstGeom prst="roundRect">
            <a:avLst/>
          </a:prstGeom>
          <a:solidFill>
            <a:srgbClr val="142337"/>
          </a:solidFill>
          <a:ln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C83D"/>
                </a:solidFill>
              </a:defRPr>
            </a:pPr>
            <a:r>
              <a:t>Admin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Manage league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2834640" cy="1143000"/>
          </a:xfrm>
          <a:prstGeom prst="roundRect">
            <a:avLst/>
          </a:prstGeom>
          <a:solidFill>
            <a:srgbClr val="142337"/>
          </a:solidFill>
          <a:ln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C83D"/>
                </a:solidFill>
              </a:defRPr>
            </a:pPr>
            <a:r>
              <a:t>User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View league information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926080"/>
            <a:ext cx="2834640" cy="1143000"/>
          </a:xfrm>
          <a:prstGeom prst="roundRect">
            <a:avLst/>
          </a:prstGeom>
          <a:solidFill>
            <a:srgbClr val="142337"/>
          </a:solidFill>
          <a:ln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C83D"/>
                </a:solidFill>
              </a:defRPr>
            </a:pPr>
            <a:r>
              <a:t>Teams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Add and view teams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926080"/>
            <a:ext cx="2834640" cy="1143000"/>
          </a:xfrm>
          <a:prstGeom prst="roundRect">
            <a:avLst/>
          </a:prstGeom>
          <a:solidFill>
            <a:srgbClr val="142337"/>
          </a:solidFill>
          <a:ln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C83D"/>
                </a:solidFill>
              </a:defRPr>
            </a:pPr>
            <a:r>
              <a:t>Players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Add and view players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57700"/>
            <a:ext cx="2834640" cy="1143000"/>
          </a:xfrm>
          <a:prstGeom prst="roundRect">
            <a:avLst/>
          </a:prstGeom>
          <a:solidFill>
            <a:srgbClr val="142337"/>
          </a:solidFill>
          <a:ln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C83D"/>
                </a:solidFill>
              </a:defRPr>
            </a:pPr>
            <a:r>
              <a:t>Matches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Schedule and view matches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4366260"/>
            <a:ext cx="2834640" cy="1143000"/>
          </a:xfrm>
          <a:prstGeom prst="roundRect">
            <a:avLst/>
          </a:prstGeom>
          <a:solidFill>
            <a:srgbClr val="142337"/>
          </a:solidFill>
          <a:ln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C83D"/>
                </a:solidFill>
              </a:defRPr>
            </a:pPr>
            <a:r>
              <a:t>Results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Add and view match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434840"/>
            <a:ext cx="2834640" cy="1143000"/>
          </a:xfrm>
          <a:prstGeom prst="roundRect">
            <a:avLst/>
          </a:prstGeom>
          <a:solidFill>
            <a:srgbClr val="142337"/>
          </a:solidFill>
          <a:ln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C83D"/>
                </a:solidFill>
              </a:defRPr>
            </a:pPr>
            <a:r>
              <a:t>Standings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Calculate and display points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Sports League Management System  | 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83D"/>
                </a:solidFill>
              </a:defRPr>
            </a:pPr>
            <a:r>
              <a:t>6. System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1828800" cy="1005840"/>
          </a:xfrm>
          <a:prstGeom prst="roundRect">
            <a:avLst/>
          </a:prstGeom>
          <a:solidFill>
            <a:srgbClr val="142337"/>
          </a:solidFill>
          <a:ln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14600" y="2578608"/>
            <a:ext cx="502920" cy="411480"/>
          </a:xfrm>
          <a:prstGeom prst="rightArrow">
            <a:avLst/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0360" y="2286000"/>
            <a:ext cx="1828800" cy="1005840"/>
          </a:xfrm>
          <a:prstGeom prst="roundRect">
            <a:avLst/>
          </a:prstGeom>
          <a:solidFill>
            <a:srgbClr val="142337"/>
          </a:solidFill>
          <a:ln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Signup / Login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54879" y="2578608"/>
            <a:ext cx="502920" cy="411480"/>
          </a:xfrm>
          <a:prstGeom prst="rightArrow">
            <a:avLst/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20640" y="2286000"/>
            <a:ext cx="1828800" cy="1005840"/>
          </a:xfrm>
          <a:prstGeom prst="roundRect">
            <a:avLst/>
          </a:prstGeom>
          <a:solidFill>
            <a:srgbClr val="142337"/>
          </a:solidFill>
          <a:ln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Role Check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995159" y="2578608"/>
            <a:ext cx="502920" cy="411480"/>
          </a:xfrm>
          <a:prstGeom prst="rightArrow">
            <a:avLst/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60920" y="2286000"/>
            <a:ext cx="1828800" cy="1005840"/>
          </a:xfrm>
          <a:prstGeom prst="roundRect">
            <a:avLst/>
          </a:prstGeom>
          <a:solidFill>
            <a:srgbClr val="142337"/>
          </a:solidFill>
          <a:ln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Admin Dashboard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35440" y="2578608"/>
            <a:ext cx="502920" cy="411480"/>
          </a:xfrm>
          <a:prstGeom prst="rightArrow">
            <a:avLst/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01200" y="2286000"/>
            <a:ext cx="1828800" cy="1005840"/>
          </a:xfrm>
          <a:prstGeom prst="roundRect">
            <a:avLst/>
          </a:prstGeom>
          <a:solidFill>
            <a:srgbClr val="142337"/>
          </a:solidFill>
          <a:ln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User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Admin → Teams / Players / Matches / Results</a:t>
            </a:r>
            <a:br/>
            <a:r>
              <a:t>User → View Teams / Players / Matches / Results / Standings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Sports League Management System  | 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83D"/>
                </a:solidFill>
              </a:defRPr>
            </a:pPr>
            <a:r>
              <a:t>7. Login &amp; Signup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Signup page collects Name, Email and Password.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New user details are stored in Local Storage.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Login allows the user to select User or Admin role.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Admin login checks the configured admin credentials.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User login checks the stored user list.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After successful login, the user is redirected to the correct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Sports League Management System  |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83D"/>
                </a:solidFill>
              </a:defRPr>
            </a:pPr>
            <a:r>
              <a:t>8. Admin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Admin Dashboard provides management options for Teams, Players, Matches and Results.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Admin can add new teams.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Admin can add player details such as name, team and age.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Admin can schedule matches with teams, date and venue.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Admin can enter match scores and calculate the winner.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Admin can view the current league standings.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Sports League Management System  | 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83D"/>
                </a:solidFill>
              </a:defRPr>
            </a:pPr>
            <a:r>
              <a:t>9. User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User Dashboard provides view-only access to league information.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Users can view teams and players.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Users can view upcoming matches.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Users can view match results.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Users can view the league standings.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Sports League Management System  |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83D"/>
                </a:solidFill>
              </a:defRPr>
            </a:pPr>
            <a:r>
              <a:t>10. Data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The project uses browser Local Storage instead of a separate database.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User accounts are stored under the users data.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Teams, players, matches and results are stored as browser data.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JavaScript reads the stored data and dynamically updates tables.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This makes the project lightweight and easy to demonstrate.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Sports League Management System  |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83D"/>
                </a:solidFill>
              </a:defRPr>
            </a:pPr>
            <a:r>
              <a:t>11. League Standings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The standings page creates a table for each team.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It tracks Played, Won, Lost, Draw and Points.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A win gives 3 points.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A draw gives 1 point to each team.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Teams are sorted by points to display the league ranking.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Sports League Management System  |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83D"/>
                </a:solidFill>
              </a:defRPr>
            </a:pPr>
            <a:r>
              <a:t>12. 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Sports-themed interface with cricket images and dark backgrounds.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Navigation bar is provided across the main pages.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Cards are used for features and dashboard options.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Forms are used for login, signup and admin data entry.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Tables are used to display teams, players, matches, results and standings.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CSS Grid and Flexbox are used for layout and responsive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Sports League Management System  |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83D"/>
                </a:solidFill>
              </a:defRPr>
            </a:pPr>
            <a:r>
              <a:t>13.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Simple and easy to use.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Centralized league information.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Separate Admin and User functionality.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Dynamic data display using JavaScript.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No external database is required for this prototype.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Responsive layout for different screen sizes.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Sports League Management System  |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83D"/>
                </a:solidFill>
              </a:defRPr>
            </a:pPr>
            <a:r>
              <a:t>14.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Connect the application to a real database.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Add secure authentication with encrypted passwords.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Add edit and delete operations for league records.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Add team logos and detailed player profiles.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Add automatic match scheduling.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• Add live scores, notifications and advanced statistics.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Sports League Management System  | 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C83D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74320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The Sports League Management System provides a simple web-based solution for managing league information.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It demonstrates HTML, CSS, JavaScript and Local Storage through a practical project.</a:t>
            </a:r>
          </a:p>
          <a:p>
            <a:pPr algn="ctr">
              <a:defRPr sz="2800" b="1">
                <a:solidFill>
                  <a:srgbClr val="FFC83D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Sports League Management System  | 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940</Words>
  <Application>Microsoft Office PowerPoint</Application>
  <PresentationFormat>Widescreen</PresentationFormat>
  <Paragraphs>121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Lohith Maddula</cp:lastModifiedBy>
  <cp:revision>3</cp:revision>
  <dcterms:created xsi:type="dcterms:W3CDTF">2013-01-27T09:14:16Z</dcterms:created>
  <dcterms:modified xsi:type="dcterms:W3CDTF">2026-10-08T15:18:53Z</dcterms:modified>
  <cp:category/>
</cp:coreProperties>
</file>